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30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1A6CD-0BC4-4299-AD6D-19E1FC8588CB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527D-384C-49F6-9874-668BBADFA92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9099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EXPOSITOR DEBE RECORDAR COMO SE DESARROLLA ESTE TEMA EN SI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E527D-384C-49F6-9874-668BBADFA927}" type="slidenum">
              <a:rPr lang="es-BO" smtClean="0"/>
              <a:t>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70283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DEBE EXPLICAR CADA UNA DE LAS ESPECIALIDADES PARA QUE EL RECEPTOR ENTIENDA CUAL ES MEJOR PARA EL.</a:t>
            </a:r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E527D-384C-49F6-9874-668BBADFA927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7832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E527D-384C-49F6-9874-668BBADFA927}" type="slidenum">
              <a:rPr lang="es-BO" smtClean="0"/>
              <a:t>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49774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 ES QUE TIENE QUE DECIR EL PRECIO Y GASTO DE ESTOS CABLES DE RED</a:t>
            </a:r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E527D-384C-49F6-9874-668BBADFA927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6060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RECORDAR AL CLIENTE QUE EL TIEMPO DE RESPUESTA PAR UN TECNICO EN SERVIDORES  ES MENOR A 2 HORAS.</a:t>
            </a:r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E527D-384C-49F6-9874-668BBADFA927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0727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1FAC1-CD52-4306-97F0-177AE0978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8CA589-E0CF-4132-A185-5FF6558FF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6FA71D-AD25-4CDD-A286-9EBC15DB1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92DF1A-0AA8-448E-A8EE-4C5340CB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87F827-953F-486A-ABAE-C612FE0D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5515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D500B-DC1B-4A39-8FAB-5B5A7EC1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F3D107-CDA5-41D9-BF5D-ADFDDBB4E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301630-2B52-4259-B495-8A0337D9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445F6-BF2B-4826-9A1A-E1FCD1D4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4FA057-2524-4C44-B14F-6B3202C3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1456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F0D05-1E50-4C8B-B42C-1FA07B33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F0D99A-6DA5-417F-8876-352C58DB3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6428AA-2E4A-4F51-8544-DBB959FB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5156BB-D60C-442B-AD6C-28A228DA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4C3E0-9CB6-4569-8B85-4041E5B4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6812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68EB2-601B-4B19-9A62-8411F245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9A3389-4C64-4C9A-AFDB-6B3F93A9B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BE5BCE-F1E2-4167-9DB9-F596CEA3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3F023C-3826-4F10-8502-2F42F076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09669F-C11B-41E1-8F60-FA133525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72E73B-9459-4A36-A28F-4A2E4D14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35968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FC981-061F-4F5E-94FA-0BA4A866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9DCB42-DF89-46D1-88C2-77228C92C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2A5C7F-1CCB-4BCB-BAB9-5B85FAC16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84FD1-A34B-4E27-AF89-F0029A4EA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222430-BEBB-41D9-BC8A-8340C304F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624BC3-7BDF-42C9-BFF2-664859A4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DB99BB-D570-43D0-853A-01ADB2A3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30E057-C683-4861-87C7-CA25B2B4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4976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193CF-5ADF-40EA-96A6-39F25578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3879AF-2198-4F9A-85C4-E591C450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AA1ADF-60BE-4F9A-A150-1E20401D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474E56-D8F2-4A20-B3AC-D011E58A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9385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D611B0-3F30-461C-947E-FD6EC6F8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BE4928-F432-4BB0-B201-7854C102B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23813A-C294-4C88-8B7A-8A4D8DDA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3940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2F25E-71E6-46CB-9078-D46F189E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7855C5-50FE-41C5-9A56-CB1E04164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335AB0-6BD7-4801-B7EE-BA951D518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B20026-7A15-411D-AF22-DF1A088E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FB7D33-E5AD-4324-B7E0-8499CF6C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326108-6844-4FD7-B3D2-9C8E7D2F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342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F3720-7135-4F97-B7A3-20B0C508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7073B1-BDE2-4413-BED6-782C268B4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20DEBB-C2DE-4FC7-B8EF-5B7B5ED40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228E55-CE73-486A-AE2C-16B4909B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1B03AA-C50D-4FDF-8DD4-B49E00AD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273FE-564F-4E8E-B32E-44F69E8C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8032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09198-6D6D-4361-8329-AC185AE4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6BDD08-CA1E-479B-95CA-D605AEAC8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89A5D1-8BF5-48E9-B3D0-795E004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985E09-F0C2-4E7F-BE7A-651A9DD2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F688-DE60-472F-A701-3DBF1F48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3941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72667C-D22E-404E-8420-D64D3801D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5A08FF-1ADD-4170-9BC5-FE98AA5C0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F4B45-02F8-4F0A-8B44-903607EA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2FD41-EC91-4607-A974-65B1B1E2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6BE91F-8F48-4942-99A9-412F9E50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1456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D9B176-806E-45A9-8021-2B0586FE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D29A3A-CF03-4172-9FB5-B49F656F1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F70284-0471-4DD0-A06D-D4F518625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6B7F8-A05C-4BF5-82DF-0C6919F1554C}" type="datetimeFigureOut">
              <a:rPr lang="es-BO" smtClean="0"/>
              <a:t>21/5/2026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0BBD3D-29FF-4A68-B52D-8BA0496F4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2F01E7-BDE3-4234-89A8-8CCE2104A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1C26A-2270-490A-B6EA-8AA63D04EEB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6428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file:///C:\Users\LABA1-PC02\Desktop\trabajodepowerpoint\tecnico_deexcel.xlsx!Hoja1!F2C2:F12C4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C56E-895B-4AE6-936F-80E91C39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18" y="1212056"/>
            <a:ext cx="11312433" cy="2387600"/>
          </a:xfrm>
        </p:spPr>
        <p:txBody>
          <a:bodyPr>
            <a:noAutofit/>
          </a:bodyPr>
          <a:lstStyle/>
          <a:p>
            <a:r>
              <a:rPr lang="es-MX" sz="72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TECH- SOLUTIONS-infraestructura y software</a:t>
            </a:r>
            <a:endParaRPr lang="es-BO" sz="72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5CFCE9-C563-4604-930A-33E27B7F6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8608"/>
            <a:ext cx="9144000" cy="1655762"/>
          </a:xfrm>
        </p:spPr>
        <p:txBody>
          <a:bodyPr>
            <a:norm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Soporte Técnico, Redes Estructuradas y Desarrollo Web.</a:t>
            </a:r>
            <a:endParaRPr lang="es-BO" sz="3600" dirty="0">
              <a:solidFill>
                <a:schemeClr val="bg1"/>
              </a:solidFill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3966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246F3-560E-4B2D-BDEE-E1280BD5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6000" dirty="0">
                <a:solidFill>
                  <a:schemeClr val="bg1"/>
                </a:solidFill>
                <a:highlight>
                  <a:srgbClr val="0000FF"/>
                </a:highlight>
                <a:latin typeface="Adobe Hebrew" panose="02040503050201020203" pitchFamily="18" charset="-79"/>
                <a:cs typeface="Adobe Hebrew" panose="02040503050201020203" pitchFamily="18" charset="-79"/>
              </a:rPr>
              <a:t>NUESTRAS ESPECIALIDADES</a:t>
            </a:r>
            <a:endParaRPr lang="es-BO" sz="6000" dirty="0">
              <a:solidFill>
                <a:schemeClr val="bg1"/>
              </a:solidFill>
              <a:highlight>
                <a:srgbClr val="0000FF"/>
              </a:highlight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8B59B5-F956-4F7F-97E9-031483229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1737085"/>
            <a:ext cx="10515600" cy="4351338"/>
          </a:xfrm>
        </p:spPr>
        <p:txBody>
          <a:bodyPr>
            <a:normAutofit/>
          </a:bodyPr>
          <a:lstStyle/>
          <a:p>
            <a:pPr marL="914400" lvl="1" indent="-457200" algn="ctr">
              <a:buAutoNum type="arabicPeriod"/>
            </a:pPr>
            <a:r>
              <a:rPr lang="es-MX" sz="4400" dirty="0">
                <a:solidFill>
                  <a:schemeClr val="bg1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Cableado Estructurado de Redes</a:t>
            </a:r>
          </a:p>
          <a:p>
            <a:pPr marL="914400" lvl="1" indent="-457200" algn="ctr">
              <a:buAutoNum type="arabicPeriod"/>
            </a:pPr>
            <a:r>
              <a:rPr lang="es-MX" sz="4400" dirty="0">
                <a:solidFill>
                  <a:schemeClr val="bg1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Mantenimiento Preventivo y Correctivo</a:t>
            </a:r>
          </a:p>
          <a:p>
            <a:pPr marL="914400" lvl="1" indent="-457200" algn="ctr">
              <a:buAutoNum type="arabicPeriod"/>
            </a:pPr>
            <a:r>
              <a:rPr lang="es-MX" sz="4400" dirty="0">
                <a:solidFill>
                  <a:schemeClr val="bg1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Desarrollo de Sistemas Web</a:t>
            </a:r>
            <a:endParaRPr lang="es-BO" sz="4400" dirty="0">
              <a:solidFill>
                <a:schemeClr val="bg1"/>
              </a:solidFill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B5CBBE-FA53-465E-931A-B14A395DB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531" y="3912754"/>
            <a:ext cx="3939721" cy="2619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66500A-6F76-42CB-A7FF-987EACA93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57" y="3952129"/>
            <a:ext cx="3809093" cy="25407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F6FD92D-89B7-47A7-890D-282979385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267" y="3952128"/>
            <a:ext cx="3549096" cy="2619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07795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246F3-560E-4B2D-BDEE-E1280BD5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89" y="353134"/>
            <a:ext cx="8753926" cy="1325563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bg1"/>
                </a:solidFill>
                <a:highlight>
                  <a:srgbClr val="0000FF"/>
                </a:highlight>
                <a:latin typeface="Adobe Hebrew" panose="02040503050201020203" pitchFamily="18" charset="-79"/>
                <a:cs typeface="Adobe Hebrew" panose="02040503050201020203" pitchFamily="18" charset="-79"/>
              </a:rPr>
              <a:t>SEGURIDAD E INTERCONEXION DE SERVIDORES</a:t>
            </a:r>
            <a:endParaRPr lang="es-BO" dirty="0">
              <a:solidFill>
                <a:schemeClr val="bg1"/>
              </a:solidFill>
              <a:highlight>
                <a:srgbClr val="0000FF"/>
              </a:highlight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F822A6F-0577-499E-B233-93ACF6A8C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65751" y="1834600"/>
            <a:ext cx="4334301" cy="4044168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F67C2A7-79B1-4870-883A-A468B5772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1834600"/>
            <a:ext cx="4499426" cy="4007484"/>
          </a:xfrm>
          <a:prstGeom prst="rect">
            <a:avLst/>
          </a:prstGeom>
        </p:spPr>
      </p:pic>
      <p:sp useBgFill="1">
        <p:nvSpPr>
          <p:cNvPr id="6" name="Rectángulo 5">
            <a:extLst>
              <a:ext uri="{FF2B5EF4-FFF2-40B4-BE49-F238E27FC236}">
                <a16:creationId xmlns:a16="http://schemas.microsoft.com/office/drawing/2014/main" id="{16C2A7A9-C723-477C-BE3C-DA394887233D}"/>
              </a:ext>
            </a:extLst>
          </p:cNvPr>
          <p:cNvSpPr/>
          <p:nvPr/>
        </p:nvSpPr>
        <p:spPr bwMode="white">
          <a:xfrm>
            <a:off x="-9717" y="-9337"/>
            <a:ext cx="5663897" cy="6875726"/>
          </a:xfrm>
          <a:custGeom>
            <a:avLst/>
            <a:gdLst>
              <a:gd name="connsiteX0" fmla="*/ 0 w 5747657"/>
              <a:gd name="connsiteY0" fmla="*/ 0 h 6858000"/>
              <a:gd name="connsiteX1" fmla="*/ 5747657 w 5747657"/>
              <a:gd name="connsiteY1" fmla="*/ 0 h 6858000"/>
              <a:gd name="connsiteX2" fmla="*/ 5747657 w 5747657"/>
              <a:gd name="connsiteY2" fmla="*/ 6858000 h 6858000"/>
              <a:gd name="connsiteX3" fmla="*/ 0 w 5747657"/>
              <a:gd name="connsiteY3" fmla="*/ 6858000 h 6858000"/>
              <a:gd name="connsiteX4" fmla="*/ 0 w 5747657"/>
              <a:gd name="connsiteY4" fmla="*/ 0 h 6858000"/>
              <a:gd name="connsiteX0" fmla="*/ 0 w 5747657"/>
              <a:gd name="connsiteY0" fmla="*/ 0 h 6858000"/>
              <a:gd name="connsiteX1" fmla="*/ 1436914 w 5747657"/>
              <a:gd name="connsiteY1" fmla="*/ 43543 h 6858000"/>
              <a:gd name="connsiteX2" fmla="*/ 5747657 w 5747657"/>
              <a:gd name="connsiteY2" fmla="*/ 6858000 h 6858000"/>
              <a:gd name="connsiteX3" fmla="*/ 0 w 5747657"/>
              <a:gd name="connsiteY3" fmla="*/ 6858000 h 6858000"/>
              <a:gd name="connsiteX4" fmla="*/ 0 w 5747657"/>
              <a:gd name="connsiteY4" fmla="*/ 0 h 6858000"/>
              <a:gd name="connsiteX0" fmla="*/ 0 w 5747657"/>
              <a:gd name="connsiteY0" fmla="*/ 0 h 6858000"/>
              <a:gd name="connsiteX1" fmla="*/ 1436914 w 5747657"/>
              <a:gd name="connsiteY1" fmla="*/ 0 h 6858000"/>
              <a:gd name="connsiteX2" fmla="*/ 5747657 w 5747657"/>
              <a:gd name="connsiteY2" fmla="*/ 6858000 h 6858000"/>
              <a:gd name="connsiteX3" fmla="*/ 0 w 5747657"/>
              <a:gd name="connsiteY3" fmla="*/ 6858000 h 6858000"/>
              <a:gd name="connsiteX4" fmla="*/ 0 w 5747657"/>
              <a:gd name="connsiteY4" fmla="*/ 0 h 6858000"/>
              <a:gd name="connsiteX0" fmla="*/ 0 w 5747657"/>
              <a:gd name="connsiteY0" fmla="*/ 0 h 6858000"/>
              <a:gd name="connsiteX1" fmla="*/ 5325034 w 5747657"/>
              <a:gd name="connsiteY1" fmla="*/ 27295 h 6858000"/>
              <a:gd name="connsiteX2" fmla="*/ 5747657 w 5747657"/>
              <a:gd name="connsiteY2" fmla="*/ 6858000 h 6858000"/>
              <a:gd name="connsiteX3" fmla="*/ 0 w 5747657"/>
              <a:gd name="connsiteY3" fmla="*/ 6858000 h 6858000"/>
              <a:gd name="connsiteX4" fmla="*/ 0 w 5747657"/>
              <a:gd name="connsiteY4" fmla="*/ 0 h 6858000"/>
              <a:gd name="connsiteX0" fmla="*/ 0 w 5932074"/>
              <a:gd name="connsiteY0" fmla="*/ 0 h 6926239"/>
              <a:gd name="connsiteX1" fmla="*/ 5325034 w 5932074"/>
              <a:gd name="connsiteY1" fmla="*/ 27295 h 6926239"/>
              <a:gd name="connsiteX2" fmla="*/ 5932074 w 5932074"/>
              <a:gd name="connsiteY2" fmla="*/ 6926239 h 6926239"/>
              <a:gd name="connsiteX3" fmla="*/ 0 w 5932074"/>
              <a:gd name="connsiteY3" fmla="*/ 6858000 h 6926239"/>
              <a:gd name="connsiteX4" fmla="*/ 0 w 5932074"/>
              <a:gd name="connsiteY4" fmla="*/ 0 h 6926239"/>
              <a:gd name="connsiteX0" fmla="*/ 0 w 6039650"/>
              <a:gd name="connsiteY0" fmla="*/ 0 h 6858000"/>
              <a:gd name="connsiteX1" fmla="*/ 5325034 w 6039650"/>
              <a:gd name="connsiteY1" fmla="*/ 27295 h 6858000"/>
              <a:gd name="connsiteX2" fmla="*/ 6039650 w 6039650"/>
              <a:gd name="connsiteY2" fmla="*/ 6858000 h 6858000"/>
              <a:gd name="connsiteX3" fmla="*/ 0 w 6039650"/>
              <a:gd name="connsiteY3" fmla="*/ 6858000 h 6858000"/>
              <a:gd name="connsiteX4" fmla="*/ 0 w 6039650"/>
              <a:gd name="connsiteY4" fmla="*/ 0 h 6858000"/>
              <a:gd name="connsiteX0" fmla="*/ 0 w 6039650"/>
              <a:gd name="connsiteY0" fmla="*/ 13648 h 6871648"/>
              <a:gd name="connsiteX1" fmla="*/ 5309666 w 6039650"/>
              <a:gd name="connsiteY1" fmla="*/ 0 h 6871648"/>
              <a:gd name="connsiteX2" fmla="*/ 6039650 w 6039650"/>
              <a:gd name="connsiteY2" fmla="*/ 6871648 h 6871648"/>
              <a:gd name="connsiteX3" fmla="*/ 0 w 6039650"/>
              <a:gd name="connsiteY3" fmla="*/ 6871648 h 6871648"/>
              <a:gd name="connsiteX4" fmla="*/ 0 w 6039650"/>
              <a:gd name="connsiteY4" fmla="*/ 13648 h 6871648"/>
              <a:gd name="connsiteX0" fmla="*/ 0 w 6039650"/>
              <a:gd name="connsiteY0" fmla="*/ 13648 h 6871648"/>
              <a:gd name="connsiteX1" fmla="*/ 5567081 w 6039650"/>
              <a:gd name="connsiteY1" fmla="*/ 0 h 6871648"/>
              <a:gd name="connsiteX2" fmla="*/ 6039650 w 6039650"/>
              <a:gd name="connsiteY2" fmla="*/ 6871648 h 6871648"/>
              <a:gd name="connsiteX3" fmla="*/ 0 w 6039650"/>
              <a:gd name="connsiteY3" fmla="*/ 6871648 h 6871648"/>
              <a:gd name="connsiteX4" fmla="*/ 0 w 6039650"/>
              <a:gd name="connsiteY4" fmla="*/ 13648 h 6871648"/>
              <a:gd name="connsiteX0" fmla="*/ 0 w 6110513"/>
              <a:gd name="connsiteY0" fmla="*/ 948 h 6858948"/>
              <a:gd name="connsiteX1" fmla="*/ 6110513 w 6110513"/>
              <a:gd name="connsiteY1" fmla="*/ 0 h 6858948"/>
              <a:gd name="connsiteX2" fmla="*/ 6039650 w 6110513"/>
              <a:gd name="connsiteY2" fmla="*/ 6858948 h 6858948"/>
              <a:gd name="connsiteX3" fmla="*/ 0 w 6110513"/>
              <a:gd name="connsiteY3" fmla="*/ 6858948 h 6858948"/>
              <a:gd name="connsiteX4" fmla="*/ 0 w 6110513"/>
              <a:gd name="connsiteY4" fmla="*/ 948 h 6858948"/>
              <a:gd name="connsiteX0" fmla="*/ 0 w 6039650"/>
              <a:gd name="connsiteY0" fmla="*/ 9337 h 6867337"/>
              <a:gd name="connsiteX1" fmla="*/ 5189108 w 6039650"/>
              <a:gd name="connsiteY1" fmla="*/ 0 h 6867337"/>
              <a:gd name="connsiteX2" fmla="*/ 6039650 w 6039650"/>
              <a:gd name="connsiteY2" fmla="*/ 6867337 h 6867337"/>
              <a:gd name="connsiteX3" fmla="*/ 0 w 6039650"/>
              <a:gd name="connsiteY3" fmla="*/ 6867337 h 6867337"/>
              <a:gd name="connsiteX4" fmla="*/ 0 w 6039650"/>
              <a:gd name="connsiteY4" fmla="*/ 9337 h 6867337"/>
              <a:gd name="connsiteX0" fmla="*/ 0 w 5406982"/>
              <a:gd name="connsiteY0" fmla="*/ 9337 h 6875726"/>
              <a:gd name="connsiteX1" fmla="*/ 5189108 w 5406982"/>
              <a:gd name="connsiteY1" fmla="*/ 0 h 6875726"/>
              <a:gd name="connsiteX2" fmla="*/ 5406982 w 5406982"/>
              <a:gd name="connsiteY2" fmla="*/ 6875726 h 6875726"/>
              <a:gd name="connsiteX3" fmla="*/ 0 w 5406982"/>
              <a:gd name="connsiteY3" fmla="*/ 6867337 h 6875726"/>
              <a:gd name="connsiteX4" fmla="*/ 0 w 5406982"/>
              <a:gd name="connsiteY4" fmla="*/ 9337 h 6875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6982" h="6875726">
                <a:moveTo>
                  <a:pt x="0" y="9337"/>
                </a:moveTo>
                <a:lnTo>
                  <a:pt x="5189108" y="0"/>
                </a:lnTo>
                <a:lnTo>
                  <a:pt x="5406982" y="6875726"/>
                </a:lnTo>
                <a:lnTo>
                  <a:pt x="0" y="6867337"/>
                </a:lnTo>
                <a:lnTo>
                  <a:pt x="0" y="9337"/>
                </a:lnTo>
                <a:close/>
              </a:path>
            </a:pathLst>
          </a:custGeom>
          <a:blipFill dpi="0" rotWithShape="0">
            <a:blip r:embed="rId3">
              <a:lum/>
            </a:blip>
            <a:srcRect/>
            <a:stretch>
              <a:fillRect t="-9000" r="-138859" b="-9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 useBgFill="1">
        <p:nvSpPr>
          <p:cNvPr id="7" name="Rectángulo 6">
            <a:extLst>
              <a:ext uri="{FF2B5EF4-FFF2-40B4-BE49-F238E27FC236}">
                <a16:creationId xmlns:a16="http://schemas.microsoft.com/office/drawing/2014/main" id="{D07CAE2E-99B1-46C9-AD84-396B56E8B5BB}"/>
              </a:ext>
            </a:extLst>
          </p:cNvPr>
          <p:cNvSpPr/>
          <p:nvPr/>
        </p:nvSpPr>
        <p:spPr bwMode="white">
          <a:xfrm>
            <a:off x="5654181" y="-13646"/>
            <a:ext cx="7301854" cy="6880036"/>
          </a:xfrm>
          <a:custGeom>
            <a:avLst/>
            <a:gdLst>
              <a:gd name="connsiteX0" fmla="*/ 0 w 6522111"/>
              <a:gd name="connsiteY0" fmla="*/ 0 h 6858000"/>
              <a:gd name="connsiteX1" fmla="*/ 6522111 w 6522111"/>
              <a:gd name="connsiteY1" fmla="*/ 0 h 6858000"/>
              <a:gd name="connsiteX2" fmla="*/ 6522111 w 6522111"/>
              <a:gd name="connsiteY2" fmla="*/ 6858000 h 6858000"/>
              <a:gd name="connsiteX3" fmla="*/ 0 w 6522111"/>
              <a:gd name="connsiteY3" fmla="*/ 6858000 h 6858000"/>
              <a:gd name="connsiteX4" fmla="*/ 0 w 6522111"/>
              <a:gd name="connsiteY4" fmla="*/ 0 h 6858000"/>
              <a:gd name="connsiteX0" fmla="*/ 518615 w 6522111"/>
              <a:gd name="connsiteY0" fmla="*/ 0 h 6858000"/>
              <a:gd name="connsiteX1" fmla="*/ 6522111 w 6522111"/>
              <a:gd name="connsiteY1" fmla="*/ 0 h 6858000"/>
              <a:gd name="connsiteX2" fmla="*/ 6522111 w 6522111"/>
              <a:gd name="connsiteY2" fmla="*/ 6858000 h 6858000"/>
              <a:gd name="connsiteX3" fmla="*/ 0 w 6522111"/>
              <a:gd name="connsiteY3" fmla="*/ 6858000 h 6858000"/>
              <a:gd name="connsiteX4" fmla="*/ 518615 w 6522111"/>
              <a:gd name="connsiteY4" fmla="*/ 0 h 6858000"/>
              <a:gd name="connsiteX0" fmla="*/ 81886 w 6522111"/>
              <a:gd name="connsiteY0" fmla="*/ 0 h 6912591"/>
              <a:gd name="connsiteX1" fmla="*/ 6522111 w 6522111"/>
              <a:gd name="connsiteY1" fmla="*/ 54591 h 6912591"/>
              <a:gd name="connsiteX2" fmla="*/ 6522111 w 6522111"/>
              <a:gd name="connsiteY2" fmla="*/ 6912591 h 6912591"/>
              <a:gd name="connsiteX3" fmla="*/ 0 w 6522111"/>
              <a:gd name="connsiteY3" fmla="*/ 6912591 h 6912591"/>
              <a:gd name="connsiteX4" fmla="*/ 81886 w 6522111"/>
              <a:gd name="connsiteY4" fmla="*/ 0 h 6912591"/>
              <a:gd name="connsiteX0" fmla="*/ 218363 w 6658588"/>
              <a:gd name="connsiteY0" fmla="*/ 0 h 6926238"/>
              <a:gd name="connsiteX1" fmla="*/ 6658588 w 6658588"/>
              <a:gd name="connsiteY1" fmla="*/ 54591 h 6926238"/>
              <a:gd name="connsiteX2" fmla="*/ 6658588 w 6658588"/>
              <a:gd name="connsiteY2" fmla="*/ 6912591 h 6926238"/>
              <a:gd name="connsiteX3" fmla="*/ 0 w 6658588"/>
              <a:gd name="connsiteY3" fmla="*/ 6926238 h 6926238"/>
              <a:gd name="connsiteX4" fmla="*/ 218363 w 6658588"/>
              <a:gd name="connsiteY4" fmla="*/ 0 h 6926238"/>
              <a:gd name="connsiteX0" fmla="*/ 313898 w 6754123"/>
              <a:gd name="connsiteY0" fmla="*/ 0 h 6926238"/>
              <a:gd name="connsiteX1" fmla="*/ 6754123 w 6754123"/>
              <a:gd name="connsiteY1" fmla="*/ 54591 h 6926238"/>
              <a:gd name="connsiteX2" fmla="*/ 6754123 w 6754123"/>
              <a:gd name="connsiteY2" fmla="*/ 6912591 h 6926238"/>
              <a:gd name="connsiteX3" fmla="*/ 0 w 6754123"/>
              <a:gd name="connsiteY3" fmla="*/ 6926238 h 6926238"/>
              <a:gd name="connsiteX4" fmla="*/ 313898 w 6754123"/>
              <a:gd name="connsiteY4" fmla="*/ 0 h 6926238"/>
              <a:gd name="connsiteX0" fmla="*/ 298510 w 6754123"/>
              <a:gd name="connsiteY0" fmla="*/ 0 h 6885294"/>
              <a:gd name="connsiteX1" fmla="*/ 6754123 w 6754123"/>
              <a:gd name="connsiteY1" fmla="*/ 13647 h 6885294"/>
              <a:gd name="connsiteX2" fmla="*/ 6754123 w 6754123"/>
              <a:gd name="connsiteY2" fmla="*/ 6871647 h 6885294"/>
              <a:gd name="connsiteX3" fmla="*/ 0 w 6754123"/>
              <a:gd name="connsiteY3" fmla="*/ 6885294 h 6885294"/>
              <a:gd name="connsiteX4" fmla="*/ 298510 w 6754123"/>
              <a:gd name="connsiteY4" fmla="*/ 0 h 6885294"/>
              <a:gd name="connsiteX0" fmla="*/ 0 w 6842241"/>
              <a:gd name="connsiteY0" fmla="*/ 11753 h 6871647"/>
              <a:gd name="connsiteX1" fmla="*/ 6842241 w 6842241"/>
              <a:gd name="connsiteY1" fmla="*/ 0 h 6871647"/>
              <a:gd name="connsiteX2" fmla="*/ 6842241 w 6842241"/>
              <a:gd name="connsiteY2" fmla="*/ 6858000 h 6871647"/>
              <a:gd name="connsiteX3" fmla="*/ 88118 w 6842241"/>
              <a:gd name="connsiteY3" fmla="*/ 6871647 h 6871647"/>
              <a:gd name="connsiteX4" fmla="*/ 0 w 6842241"/>
              <a:gd name="connsiteY4" fmla="*/ 11753 h 6871647"/>
              <a:gd name="connsiteX0" fmla="*/ 593308 w 6754123"/>
              <a:gd name="connsiteY0" fmla="*/ 11753 h 6871647"/>
              <a:gd name="connsiteX1" fmla="*/ 6754123 w 6754123"/>
              <a:gd name="connsiteY1" fmla="*/ 0 h 6871647"/>
              <a:gd name="connsiteX2" fmla="*/ 6754123 w 6754123"/>
              <a:gd name="connsiteY2" fmla="*/ 6858000 h 6871647"/>
              <a:gd name="connsiteX3" fmla="*/ 0 w 6754123"/>
              <a:gd name="connsiteY3" fmla="*/ 6871647 h 6871647"/>
              <a:gd name="connsiteX4" fmla="*/ 593308 w 6754123"/>
              <a:gd name="connsiteY4" fmla="*/ 11753 h 6871647"/>
              <a:gd name="connsiteX0" fmla="*/ 149643 w 6310458"/>
              <a:gd name="connsiteY0" fmla="*/ 11753 h 6880036"/>
              <a:gd name="connsiteX1" fmla="*/ 6310458 w 6310458"/>
              <a:gd name="connsiteY1" fmla="*/ 0 h 6880036"/>
              <a:gd name="connsiteX2" fmla="*/ 6310458 w 6310458"/>
              <a:gd name="connsiteY2" fmla="*/ 6858000 h 6880036"/>
              <a:gd name="connsiteX3" fmla="*/ 0 w 6310458"/>
              <a:gd name="connsiteY3" fmla="*/ 6880036 h 6880036"/>
              <a:gd name="connsiteX4" fmla="*/ 149643 w 6310458"/>
              <a:gd name="connsiteY4" fmla="*/ 11753 h 68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10458" h="6880036">
                <a:moveTo>
                  <a:pt x="149643" y="11753"/>
                </a:moveTo>
                <a:lnTo>
                  <a:pt x="6310458" y="0"/>
                </a:lnTo>
                <a:lnTo>
                  <a:pt x="6310458" y="6858000"/>
                </a:lnTo>
                <a:lnTo>
                  <a:pt x="0" y="6880036"/>
                </a:lnTo>
                <a:lnTo>
                  <a:pt x="149643" y="11753"/>
                </a:lnTo>
                <a:close/>
              </a:path>
            </a:pathLst>
          </a:custGeom>
          <a:blipFill dpi="0" rotWithShape="0">
            <a:blip r:embed="rId3">
              <a:lum/>
            </a:blip>
            <a:srcRect/>
            <a:stretch>
              <a:fillRect l="-86933" t="-9000" b="-9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51569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48148E-6 L -0.38477 0.0039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45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45 -0.01181 L 0.31784 -0.00093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246F3-560E-4B2D-BDEE-E1280BD5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45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5400" dirty="0">
                <a:solidFill>
                  <a:schemeClr val="bg1"/>
                </a:solidFill>
                <a:highlight>
                  <a:srgbClr val="0000FF"/>
                </a:highlight>
              </a:rPr>
              <a:t>COSTOS DE EQUIPAMIENTO E INSUMOS</a:t>
            </a:r>
            <a:endParaRPr lang="es-BO" sz="54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2D42DF-18C5-4DD1-AF13-9CE634CCC927}"/>
              </a:ext>
            </a:extLst>
          </p:cNvPr>
          <p:cNvSpPr txBox="1"/>
          <p:nvPr/>
        </p:nvSpPr>
        <p:spPr>
          <a:xfrm>
            <a:off x="838200" y="132135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Control de costos para la implementación de un laboratorio informático.</a:t>
            </a:r>
            <a:endParaRPr lang="es-BO"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6A294D72-C1DA-4337-8CB9-FCA7CB49F8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557942"/>
              </p:ext>
            </p:extLst>
          </p:nvPr>
        </p:nvGraphicFramePr>
        <p:xfrm>
          <a:off x="588509" y="1766630"/>
          <a:ext cx="11098394" cy="483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5" imgW="3438630" imgH="2314575" progId="Excel.Sheet.12">
                  <p:link updateAutomatic="1"/>
                </p:oleObj>
              </mc:Choice>
              <mc:Fallback>
                <p:oleObj name="Worksheet" r:id="rId5" imgW="3438630" imgH="231457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509" y="1766630"/>
                        <a:ext cx="11098394" cy="483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455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246F3-560E-4B2D-BDEE-E1280BD5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6000" dirty="0">
                <a:solidFill>
                  <a:schemeClr val="bg1"/>
                </a:solidFill>
                <a:highlight>
                  <a:srgbClr val="0000FF"/>
                </a:highlight>
              </a:rPr>
              <a:t>ATENCION AL CLIENTES</a:t>
            </a:r>
            <a:endParaRPr lang="es-BO" sz="60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8B59B5-F956-4F7F-97E9-03148322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3600" dirty="0">
                <a:solidFill>
                  <a:schemeClr val="bg1"/>
                </a:solidFill>
              </a:rPr>
              <a:t>Escanea el código QR para abrir un ticket de soporte técnico en nuestra plataforma.</a:t>
            </a:r>
            <a:endParaRPr lang="es-BO" sz="36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88CEC2-CE04-4C4F-9C0F-BCB5ADF46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31" y="3140962"/>
            <a:ext cx="3170938" cy="31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67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1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0E64528-C46A-4529-83FF-AF2289EC07D0}">
  <we:reference id="wa104379997" version="3.0.0.0" store="es-E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6FB55E5-A92A-4432-B651-9ABA485BCD94}">
  <we:reference id="wa104051163" version="1.2.0.3" store="es-E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134</Words>
  <Application>Microsoft Office PowerPoint</Application>
  <PresentationFormat>Panorámica</PresentationFormat>
  <Paragraphs>20</Paragraphs>
  <Slides>5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Vínculos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Adobe Gothic Std B</vt:lpstr>
      <vt:lpstr>Adobe Hebrew</vt:lpstr>
      <vt:lpstr>Arial</vt:lpstr>
      <vt:lpstr>Calibri</vt:lpstr>
      <vt:lpstr>Calibri Light</vt:lpstr>
      <vt:lpstr>Tema de Office</vt:lpstr>
      <vt:lpstr>C:\Users\LABA1-PC02\Desktop\trabajodepowerpoint\tecnico_deexcel.xlsx!Hoja1!F2C2:F12C4</vt:lpstr>
      <vt:lpstr>TECH- SOLUTIONS-infraestructura y software</vt:lpstr>
      <vt:lpstr>NUESTRAS ESPECIALIDADES</vt:lpstr>
      <vt:lpstr>SEGURIDAD E INTERCONEXION DE SERVIDORES</vt:lpstr>
      <vt:lpstr>COSTOS DE EQUIPAMIENTO E INSUMOS</vt:lpstr>
      <vt:lpstr>ATENCION AL CLIENTES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 "Servicios de Redes y Desarrollo – TECH-SOLUTIONS"</dc:title>
  <dc:creator>LABA1-PC02</dc:creator>
  <cp:lastModifiedBy>LABA1-PC02</cp:lastModifiedBy>
  <cp:revision>9</cp:revision>
  <dcterms:created xsi:type="dcterms:W3CDTF">2026-05-21T11:54:46Z</dcterms:created>
  <dcterms:modified xsi:type="dcterms:W3CDTF">2026-05-21T13:21:52Z</dcterms:modified>
</cp:coreProperties>
</file>